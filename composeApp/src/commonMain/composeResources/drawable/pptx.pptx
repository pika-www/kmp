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测试</a:t>
            </a:r>
            <a:r>
              <a:rPr lang="zh-CN" altLang="en-US"/>
              <a:t>啊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测试的</a:t>
            </a:r>
            <a:r>
              <a:rPr lang="zh-CN" altLang="en-US"/>
              <a:t>数据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czx25</cp:lastModifiedBy>
  <cp:revision>5</cp:revision>
  <dcterms:created xsi:type="dcterms:W3CDTF">2023-08-09T12:44:00Z</dcterms:created>
  <dcterms:modified xsi:type="dcterms:W3CDTF">2026-04-10T03:13:13Z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701BEBD2E1E543EAA13171B6F13FA0DE_12</vt:lpwstr>
  </property>
</Properties>
</file>